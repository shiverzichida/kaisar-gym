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54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2480325884_995491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1371600" cy="1371600"/>
          </a:xfrm>
          <a:prstGeom prst="rect">
            <a:avLst/>
          </a:prstGeom>
        </p:spPr>
      </p:pic>
      <p:pic>
        <p:nvPicPr>
          <p:cNvPr id="5" name="Picture 4" descr="kaisar-gym-logo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6616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315468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C067"/>
                </a:solidFill>
              </a:defRPr>
            </a:pPr>
            <a:r>
              <a:t>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6916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C067"/>
                </a:solidFill>
                <a:latin typeface="Arial"/>
              </a:defRPr>
            </a:pPr>
            <a:r>
              <a:t>PROPOSAL MASTER &amp; ROADMAP IMPLEMENTASI</a:t>
            </a:r>
          </a:p>
          <a:p>
            <a:pPr>
              <a:spcAft>
                <a:spcPts val="1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Modernisasi Gerbang Akses Swing Barrier Gate &amp;</a:t>
            </a:r>
            <a:br/>
            <a:r>
              <a:t>Sistem Enterprise Gym Management POS</a:t>
            </a:r>
          </a:p>
          <a:p>
            <a:pPr>
              <a:spcAft>
                <a:spcPts val="2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Integrasi Biometrik Face Recognition AI, Dual-Direction Gate, dan Point of Sale Terpadu</a:t>
            </a:r>
          </a:p>
          <a:p>
            <a:pPr>
              <a:defRPr sz="1100" b="1">
                <a:solidFill>
                  <a:srgbClr val="FFC067"/>
                </a:solidFill>
                <a:latin typeface="Arial"/>
              </a:defRPr>
            </a:pPr>
            <a:r>
              <a:t>Disusun oleh: Zag Digital Indonesia  •  Untuk: Owner &amp; Manajemen Kaisar Gym Pontianak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067"/>
                </a:solidFill>
                <a:latin typeface="Arial"/>
              </a:defRPr>
            </a:pPr>
            <a:r>
              <a:t>BUSINESS VALUE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Mengapa Kaisar Gym Perlu Bertransformasi?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11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KAISAR GYM × ZAG DIGITAL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28416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3054096" cy="1883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43F5E"/>
                </a:solidFill>
                <a:latin typeface="Arial"/>
              </a:defRPr>
            </a:pPr>
            <a:r>
              <a:t>1. Kebocoran Member Ilegal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Member numpang teman saat jam ramai.</a:t>
            </a:r>
            <a:br/>
            <a:r>
              <a:t>• Member expired tetap bebas latihan tanpa ketahuan kasir.</a:t>
            </a:r>
            <a:br/>
            <a:r>
              <a:t>• Potensi kehilangan omset hingga puluhan juta per bulan.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28416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62856" y="1664208"/>
            <a:ext cx="3054096" cy="1883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43F5E"/>
                </a:solidFill>
                <a:latin typeface="Arial"/>
              </a:defRPr>
            </a:pPr>
            <a:r>
              <a:t>2. Pembukuan &amp; Kasir Rawan Selisih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Transaksi kasir manual rawan salah hitung.</a:t>
            </a:r>
            <a:br/>
            <a:r>
              <a:t>• Belum ada cetak nota resmi berlogo &amp; cap lunas otomatis.</a:t>
            </a:r>
            <a:br/>
            <a:r>
              <a:t>• Rekonsiliasi modal kas harian memakan waktu staf.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54480"/>
            <a:ext cx="3328416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57032" y="1664208"/>
            <a:ext cx="3054096" cy="1883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43F5E"/>
                </a:solidFill>
                <a:latin typeface="Arial"/>
              </a:defRPr>
            </a:pPr>
            <a:r>
              <a:t>3. Pengalaman Member Konvensional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Harus titip kartu fisik di meja resepsionis.</a:t>
            </a:r>
            <a:br/>
            <a:r>
              <a:t>• Antrean kasir memperlambat alur masuk member.</a:t>
            </a:r>
            <a:br/>
            <a:r>
              <a:t>• Belum ada notifikasi otomatis pengingat paket habis via WhatsApp.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328416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041648"/>
            <a:ext cx="305409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Solusi: Zero Illegal Access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Pintu gerbang 100% terkunci elektrik. Hanya member dengan status ACTIVE yang dapat membuka pintu swing barrier.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3931920"/>
            <a:ext cx="3328416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62856" y="4041648"/>
            <a:ext cx="305409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Solusi: POS Terintegrasi Penuh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Pembayaran di kasir (Membership, Daily Pass, PT, Retail) langsung membuka akses gerbang dan tercetak rapi pada nota standar A4.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3931920"/>
            <a:ext cx="3328416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2" y="4041648"/>
            <a:ext cx="305409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Solusi: Touchless Face AI Experience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Member cukup menatap kamera gerbang (Face ID) tanpa repot bawa kartu fisik. Menaikkan prestise Kaisar Gym ke standar mega-gym modern.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067"/>
                </a:solidFill>
                <a:latin typeface="Arial"/>
              </a:defRPr>
            </a:pPr>
            <a:r>
              <a:t>INVESTASI &amp; SPESIFIKASI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Rincian Pengadaan Hardware &amp; Pemasangan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11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KAISAR GYM × ZAG DIGITAL</a:t>
            </a:r>
          </a:p>
        </p:txBody>
      </p:sp>
      <p:pic>
        <p:nvPicPr>
          <p:cNvPr id="6" name="Picture 5" descr="media_1792478043896_6aeb32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463040"/>
            <a:ext cx="512064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572768"/>
            <a:ext cx="484632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1. Swing Barrier Gate 1 CH EGS012 (Rp 23.000.000)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Material Stainless Steel SUS304 (tebal ≥ 1.5mm) tahan karat &amp; keringat. Motor Brushless DC 24V halus dan awet. Kecepatan buka ≤ 0.4 detik (50 orang/menit).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880360"/>
            <a:ext cx="512064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990088"/>
            <a:ext cx="484632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2. Entragate IMS Controller (Rp 6.000.000)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Otak gerbang dengan komunikasi Ethernet LAN &amp; Support API Lokal. Terhubung langsung dengan Server POS Kaisar Gym melalui kabel jaringan lokal.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297680"/>
            <a:ext cx="5120640" cy="1554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407408"/>
            <a:ext cx="4846320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3. Reader Face Dome AI (2 Unit = Rp 10.000.000)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Kapasitas 5.000 Wajah, 5.000 QR, 5.000 Kartu. 1 Unit untuk Arah Masuk (IN) dan 1 Unit untuk Arah Keluar (OUT).</a:t>
            </a:r>
            <a:br/>
            <a:r>
              <a:t>★ CATATAN: Total Rp 39.000.000 sudah All-In termasuk jasa pasang &amp; setting.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229BC-17E2-15DC-BAFF-B93458256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A662FB-7354-E292-DB0D-8BE9A8D3739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4A687E-CA8A-655C-9614-2DCFB726E3C8}"/>
              </a:ext>
            </a:extLst>
          </p:cNvPr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067"/>
                </a:solidFill>
                <a:latin typeface="Arial"/>
              </a:defRPr>
            </a:pPr>
            <a:r>
              <a:t>INVESTASI &amp; SPESIFIKASI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0108CF-E5C3-8D39-8330-18724D81B83B}"/>
              </a:ext>
            </a:extLst>
          </p:cNvPr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Rincian Pengadaan Hardware &amp; Pemasangan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78C115-EDDC-3E7E-55A4-32C2859FA218}"/>
              </a:ext>
            </a:extLst>
          </p:cNvPr>
          <p:cNvSpPr txBox="1"/>
          <p:nvPr/>
        </p:nvSpPr>
        <p:spPr>
          <a:xfrm>
            <a:off x="8686800" y="411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KAISAR GYM × ZAG DIGITAL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A18A14D-5454-772C-FF1F-04D9135D7A0C}"/>
              </a:ext>
            </a:extLst>
          </p:cNvPr>
          <p:cNvSpPr/>
          <p:nvPr/>
        </p:nvSpPr>
        <p:spPr>
          <a:xfrm>
            <a:off x="6309360" y="1463040"/>
            <a:ext cx="512064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DFA6F4-E181-42E6-DF04-68CD345D000B}"/>
              </a:ext>
            </a:extLst>
          </p:cNvPr>
          <p:cNvSpPr txBox="1"/>
          <p:nvPr/>
        </p:nvSpPr>
        <p:spPr>
          <a:xfrm>
            <a:off x="6446520" y="1572768"/>
            <a:ext cx="4846320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rPr dirty="0"/>
              <a:t>1. Swing Barrier Gate </a:t>
            </a:r>
            <a:r>
              <a:rPr lang="en-US" dirty="0"/>
              <a:t>2</a:t>
            </a:r>
            <a:r>
              <a:rPr dirty="0"/>
              <a:t> CH EGS012 (Rp </a:t>
            </a:r>
            <a:r>
              <a:rPr lang="en-US" dirty="0"/>
              <a:t>35</a:t>
            </a:r>
            <a:r>
              <a:rPr dirty="0"/>
              <a:t>.000.000)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rPr dirty="0"/>
              <a:t>Material Stainless Steel SUS304 (</a:t>
            </a:r>
            <a:r>
              <a:rPr dirty="0" err="1"/>
              <a:t>tebal</a:t>
            </a:r>
            <a:r>
              <a:rPr dirty="0"/>
              <a:t> ≥ 1.5mm) </a:t>
            </a:r>
            <a:r>
              <a:rPr dirty="0" err="1"/>
              <a:t>tahan</a:t>
            </a:r>
            <a:r>
              <a:rPr dirty="0"/>
              <a:t> karat &amp; </a:t>
            </a:r>
            <a:r>
              <a:rPr dirty="0" err="1"/>
              <a:t>keringat</a:t>
            </a:r>
            <a:r>
              <a:rPr dirty="0"/>
              <a:t>. Motor Brushless DC 24V </a:t>
            </a:r>
            <a:r>
              <a:rPr dirty="0" err="1"/>
              <a:t>halus</a:t>
            </a:r>
            <a:r>
              <a:rPr dirty="0"/>
              <a:t> dan </a:t>
            </a:r>
            <a:r>
              <a:rPr dirty="0" err="1"/>
              <a:t>awet</a:t>
            </a:r>
            <a:r>
              <a:rPr dirty="0"/>
              <a:t>. </a:t>
            </a:r>
            <a:r>
              <a:rPr dirty="0" err="1"/>
              <a:t>Kecepatan</a:t>
            </a:r>
            <a:r>
              <a:rPr dirty="0"/>
              <a:t> </a:t>
            </a:r>
            <a:r>
              <a:rPr dirty="0" err="1"/>
              <a:t>buka</a:t>
            </a:r>
            <a:r>
              <a:rPr dirty="0"/>
              <a:t> ≤ 0.4 </a:t>
            </a:r>
            <a:r>
              <a:rPr dirty="0" err="1"/>
              <a:t>detik</a:t>
            </a:r>
            <a:r>
              <a:rPr dirty="0"/>
              <a:t> (50 orang/</a:t>
            </a:r>
            <a:r>
              <a:rPr dirty="0" err="1"/>
              <a:t>menit</a:t>
            </a:r>
            <a:r>
              <a:rPr dirty="0"/>
              <a:t>).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1A20D22-EDFF-D45A-28DE-EEC0C065CFD8}"/>
              </a:ext>
            </a:extLst>
          </p:cNvPr>
          <p:cNvSpPr/>
          <p:nvPr/>
        </p:nvSpPr>
        <p:spPr>
          <a:xfrm>
            <a:off x="6309360" y="2880360"/>
            <a:ext cx="512064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B6D920-DE48-ECF7-CE94-695B7C2A0E38}"/>
              </a:ext>
            </a:extLst>
          </p:cNvPr>
          <p:cNvSpPr txBox="1"/>
          <p:nvPr/>
        </p:nvSpPr>
        <p:spPr>
          <a:xfrm>
            <a:off x="6446520" y="2990088"/>
            <a:ext cx="484632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2. Entragate IMS Controller (Rp 6.000.000)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Otak gerbang dengan komunikasi Ethernet LAN &amp; Support API Lokal. Terhubung langsung dengan Server POS Kaisar Gym melalui kabel jaringan lokal.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8799773-5B1A-06C7-D3C4-06B3EC6D255F}"/>
              </a:ext>
            </a:extLst>
          </p:cNvPr>
          <p:cNvSpPr/>
          <p:nvPr/>
        </p:nvSpPr>
        <p:spPr>
          <a:xfrm>
            <a:off x="6309360" y="4297680"/>
            <a:ext cx="5120640" cy="1554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022263-008C-90D8-44E6-2E343A159C52}"/>
              </a:ext>
            </a:extLst>
          </p:cNvPr>
          <p:cNvSpPr txBox="1"/>
          <p:nvPr/>
        </p:nvSpPr>
        <p:spPr>
          <a:xfrm>
            <a:off x="6446520" y="4407408"/>
            <a:ext cx="4846320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3. Reader Face Dome AI (2 Unit = Rp 10.000.000)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Kapasitas 5.000 Wajah, 5.000 QR, 5.000 Kartu. 1 Unit untuk Arah Masuk (IN) dan 1 Unit untuk Arah Keluar (OUT).</a:t>
            </a:r>
            <a:br/>
            <a:r>
              <a:t>★ CATATAN: Total Rp 39.000.000 sudah All-In termasuk jasa pasang &amp; setting.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B714D60-17C1-75AE-3558-415B6F860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49" y="1625138"/>
            <a:ext cx="5765151" cy="374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398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067"/>
                </a:solidFill>
                <a:latin typeface="Arial"/>
              </a:defRPr>
            </a:pPr>
            <a:r>
              <a:t>DESAIN LAYOUT GERBANG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Konsep Gerbang: 1-Channel Bidirectional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11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KAISAR GYM × ZAG DIGITAL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28416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3054096" cy="4443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Reader Luar (Sisi Masuk / IN)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Dipasang di tiang depan menghadap koridor luar.</a:t>
            </a:r>
            <a:br/>
            <a:r>
              <a:t>• Member yang tiba cukup menatap kamera Face ID atau scan QR di HP.</a:t>
            </a:r>
            <a:br/>
            <a:r>
              <a:t>• Saat status valid, daun akrilik mengayun membuka ke arah DALAM.</a:t>
            </a:r>
            <a:br/>
            <a:r>
              <a:t>• Member dipersilakan masuk latihan.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28416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62856" y="1664208"/>
            <a:ext cx="3054096" cy="4443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Reader Dalam (Sisi Keluar / OUT)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Dipasang di tiang dalam menghadap area fitness.</a:t>
            </a:r>
            <a:br/>
            <a:r>
              <a:t>• Member yang selesai latihan menatap kamera Face ID keluar.</a:t>
            </a:r>
            <a:br/>
            <a:r>
              <a:t>• Saat terdeteksi, daun akrilik mengayun membuka ke arah LUAR.</a:t>
            </a:r>
            <a:br/>
            <a:r>
              <a:t>• Sistem otomatis mencatat durasi latihan &amp; jam keluar di database.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54480"/>
            <a:ext cx="3328416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57032" y="1664208"/>
            <a:ext cx="3054096" cy="4443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Keunggulan &amp; Fitur Keselamatan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1. Efisiensi Tempat &amp; Biaya:</a:t>
            </a:r>
            <a:br/>
            <a:r>
              <a:t>Cukup 1 lorong lorong (1 pasang pedestal) untuk masuk dan keluar bergantian.</a:t>
            </a:r>
            <a:br/>
            <a:br/>
            <a:r>
              <a:t>2. Daun Akrilik Ramah Pengguna:</a:t>
            </a:r>
            <a:br/>
            <a:r>
              <a:t>Tidak menyangkut di tas gym besar seperti tripod putar lama.</a:t>
            </a:r>
            <a:br/>
            <a:br/>
            <a:r>
              <a:t>3. Fail-Safe Pemadaman Listrik:</a:t>
            </a:r>
            <a:br/>
            <a:r>
              <a:t>Jika listrik padam, motor otomatis melepas kunci dan daun akrilik bebas didorong untuk evakuasi darurat.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067"/>
                </a:solidFill>
                <a:latin typeface="Arial"/>
              </a:defRPr>
            </a:pPr>
            <a:r>
              <a:t>INTEGRASI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Arsitektur Komunikasi API: Gate ↔ 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11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KAISAR GYM × ZAG DIGITAL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4846320" cy="197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Alur Verifikasi Otomatis (Face ➔ Gate)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1. Member hadapkan wajah ke Reader Face Dome AI.</a:t>
            </a:r>
            <a:br/>
            <a:r>
              <a:t>2. Controller mengirim data ID member ke POS Server via LAN.</a:t>
            </a:r>
            <a:br/>
            <a:r>
              <a:t>3. Backend POS memeriksa status paket membership di database:</a:t>
            </a:r>
            <a:br/>
            <a:r>
              <a:t>   • ACTIVE &amp; Belum Expired ➔ Respon ALLOW ➔ Gate Membuka.</a:t>
            </a:r>
            <a:br/>
            <a:r>
              <a:t>   • PENDING / CUTI / EXPIRED ➔ Respon DENY ➔ Buzzer Merah Berbunyi.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64208"/>
            <a:ext cx="4846320" cy="197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Aturan Bisnis Status Membership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Menunggu Aktivasi: Paket dibeli sekarang, aktif mulai tanggal yang dipilih. Gate otomatis menolak jika belum masuk tanggal mulai.</a:t>
            </a:r>
            <a:br/>
            <a:r>
              <a:t>• Masa Cuti (Freeze): Akses dikunci sementara selama periode cuti.</a:t>
            </a:r>
            <a:br/>
            <a:r>
              <a:t>• Expired: Gerbang terkunci dan member diarahkan ke kasir untuk perpanjangan.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041648"/>
            <a:ext cx="10424160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Fitur Tambahan: Tombol Override Buka Gate di Layar Kasir POS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Kasir / Front Desk memiliki tombol manual 'BUKA GERBANG' di layar POS. Sangat berguna untuk:</a:t>
            </a:r>
            <a:br/>
            <a:r>
              <a:t>• Tamu penting / VIP yang berkunjung tanpa scan wajah.</a:t>
            </a:r>
            <a:br/>
            <a:r>
              <a:t>• Pengunjung harian (Daily Pass) atau trial sesi pertama.</a:t>
            </a:r>
            <a:br/>
            <a:r>
              <a:t>• Staf teknisi / vendor yang membawa peralatan besar ke dalam gym.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067"/>
                </a:solidFill>
                <a:latin typeface="Arial"/>
              </a:defRPr>
            </a:pPr>
            <a:r>
              <a:t>MEMBER JOURNEY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Visualisasi Alur Pengalaman Member Baru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11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KAISAR GYM × ZAG DIGITAL</a:t>
            </a:r>
          </a:p>
        </p:txBody>
      </p:sp>
      <p:pic>
        <p:nvPicPr>
          <p:cNvPr id="6" name="Picture 5" descr="kaisar_gym_front_desk_consultation_17924811324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3328416" cy="2194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3886200"/>
            <a:ext cx="3328416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995928"/>
            <a:ext cx="305409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1. Konsultasi Front Desk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Calon member datang disambut ramah oleh staf front desk di meja resepsionis berdesain mewah. Staf memaparkan katalog paket gym, kelas studio, dan program personal trainer.</a:t>
            </a:r>
          </a:p>
        </p:txBody>
      </p:sp>
      <p:pic>
        <p:nvPicPr>
          <p:cNvPr id="9" name="Picture 8" descr="kaisar_gym_pos_registration_179248114238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1554480"/>
            <a:ext cx="3328416" cy="21945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425696" y="3886200"/>
            <a:ext cx="3328416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62856" y="3995928"/>
            <a:ext cx="305409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2. Input POS &amp; Cetak Nota A4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Staf menginput data identitas &amp; foto wajah member ke sistem POS Kaisar Gym. Pembayaran lunas tercatat (Tunai/QRIS/Transfer), dan nota resmi berlogo &amp; cap lunas langsung dicetak.</a:t>
            </a:r>
          </a:p>
        </p:txBody>
      </p:sp>
      <p:pic>
        <p:nvPicPr>
          <p:cNvPr id="12" name="Picture 11" descr="kaisar_gym_access_granted_gate_179248114668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554480"/>
            <a:ext cx="3328416" cy="21945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119872" y="3886200"/>
            <a:ext cx="3328416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7032" y="3995928"/>
            <a:ext cx="305409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3. Akses Gate Masuk Fasilitas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Member melangkah ke Swing Barrier Gate. Face Dome AI mengenali wajah aktif member dalam ≤ 0.4 detik, lampu indikator menyala hijau, gerbang terbuka, dan member siap latihan!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067"/>
                </a:solidFill>
                <a:latin typeface="Arial"/>
              </a:defRPr>
            </a:pPr>
            <a:r>
              <a:t>TEKNOLOGI &amp; KEMUDAHAN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Ekosistem Layanan &amp; Operasional Terpadu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11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KAISAR GYM × ZAG DIGITAL</a:t>
            </a:r>
          </a:p>
        </p:txBody>
      </p:sp>
      <p:pic>
        <p:nvPicPr>
          <p:cNvPr id="6" name="Picture 5" descr="kaisar_gym_mobile_booking_lounge_17924815332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3328416" cy="2194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3886200"/>
            <a:ext cx="3328416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995928"/>
            <a:ext cx="305409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1. Booking Studio via HP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Member santai di lounge Kaisar Gym booking kelas Yoga, Zumba, atau Muay Thai mandiri lewat portal smartphone tanpa antre di kasir. Kuota slot kelas terpantau real-time.</a:t>
            </a:r>
          </a:p>
        </p:txBody>
      </p:sp>
      <p:pic>
        <p:nvPicPr>
          <p:cNvPr id="9" name="Picture 8" descr="kaisar_gym_staff_clockin_attendance_v3_179248160129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1554480"/>
            <a:ext cx="3328416" cy="21945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425696" y="3886200"/>
            <a:ext cx="3328416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62856" y="3995928"/>
            <a:ext cx="305409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2. Presensi Selfie + GPS Staf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Staf &amp; coach wajib clock-in foto selfie dengan validasi radius lokasi gym (Jl. Patimura No.84 Pontianak). Mencegah 100% praktik titip absen &amp; manipulasi fake GPS.</a:t>
            </a:r>
          </a:p>
        </p:txBody>
      </p:sp>
      <p:pic>
        <p:nvPicPr>
          <p:cNvPr id="12" name="Picture 11" descr="kaisar_gym_owner_tablet_analytics_179248157893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554480"/>
            <a:ext cx="3328416" cy="21945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119872" y="3886200"/>
            <a:ext cx="3328416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7032" y="3995928"/>
            <a:ext cx="305409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3. Owner Remote Dashboard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Owner memantau omset harian live (Rp 48.720.000), 312 pengunjung aktif di gym, dan status gate online langsung dari iPad di mana saja tanpa harus selalu hadir di kasir.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067"/>
                </a:solidFill>
                <a:latin typeface="Arial"/>
              </a:defRPr>
            </a:pPr>
            <a:r>
              <a:t>FITUR SOFTWARE 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Sistem POS: Kasir, Billing &amp; Shift Kas Kecil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11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KAISAR GYM × ZAG DIGITAL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28416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3054096" cy="197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Katalog Produk &amp; Paket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Membership Reguler, Studio, VIP, Student.</a:t>
            </a:r>
            <a:br/>
            <a:r>
              <a:t>• Tiket Masuk Harian (Daily Pass).</a:t>
            </a:r>
            <a:br/>
            <a:r>
              <a:t>• Paket Personal Trainer (12/24 sesi).</a:t>
            </a:r>
            <a:br/>
            <a:r>
              <a:t>• Retail F&amp;B, Suplemen Whey, Air Mineral.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28416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62856" y="1664208"/>
            <a:ext cx="3054096" cy="197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Metode Pembayaran Lengkap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Pembayaran Tunai (Cash).</a:t>
            </a:r>
            <a:br/>
            <a:r>
              <a:t>• QRIS Statis / Dinamis.</a:t>
            </a:r>
            <a:br/>
            <a:r>
              <a:t>• Transfer Bank (BCA, Mandiri, dll).</a:t>
            </a:r>
            <a:br/>
            <a:r>
              <a:t>• Split Payment (sebagian tunai + sebagian transfer).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54480"/>
            <a:ext cx="3328416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57032" y="1664208"/>
            <a:ext cx="3054096" cy="197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Cetak Nota Resmi Standar A4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Format nota ukuran A4 standar profesional.</a:t>
            </a:r>
            <a:br/>
            <a:r>
              <a:t>• Dilengkapi Logo Resmi Kaisar Gym.</a:t>
            </a:r>
            <a:br/>
            <a:r>
              <a:t>• Alamat lengkap Jl. Patimura No.84 Pontianak.</a:t>
            </a:r>
            <a:br/>
            <a:r>
              <a:t>• Dilengkapi Cap Stempel 'LUNAS' otomatis.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041648"/>
            <a:ext cx="4937760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SOP Buka-Tutup Shift Kasir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Setiap pergantian kasir wajib input saldo modal laci di awal shift. Di akhir shift, kasir memasukkan jumlah uang fisik riil. Sistem secara otomatis menghitung ada/tidaknya selisih kas demi akuntabilitas 100%.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4041648"/>
            <a:ext cx="4937760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Laporan Finansial Real-Time untuk Owner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Owner dapat memantau omset harian, mingguan, dan bulanan langsung dari smartphone atau laptop kapan saja tanpa harus menunggu laporan bulanan manual staf.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067"/>
                </a:solidFill>
                <a:latin typeface="Arial"/>
              </a:defRPr>
            </a:pPr>
            <a:r>
              <a:t>FITUR SOFTWARE 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CRM Member, Kelas Studio &amp; Personal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11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KAISAR GYM × ZAG DIGITAL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28416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3054096" cy="2446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rPr sz="1400" dirty="0"/>
              <a:t>1. CRM &amp; </a:t>
            </a:r>
            <a:r>
              <a:rPr sz="1400" dirty="0" err="1"/>
              <a:t>Keanggotaan</a:t>
            </a:r>
            <a:endParaRPr sz="1400" dirty="0"/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Pendaftaran</a:t>
            </a:r>
            <a:r>
              <a:rPr sz="1400" dirty="0"/>
              <a:t> Member Baru </a:t>
            </a:r>
            <a:r>
              <a:rPr sz="1400" dirty="0" err="1"/>
              <a:t>cepat</a:t>
            </a:r>
            <a:r>
              <a:rPr sz="1400" dirty="0"/>
              <a:t> </a:t>
            </a:r>
            <a:r>
              <a:rPr sz="1400" dirty="0" err="1"/>
              <a:t>dengan</a:t>
            </a:r>
            <a:r>
              <a:rPr sz="1400" dirty="0"/>
              <a:t> upload </a:t>
            </a:r>
            <a:r>
              <a:rPr sz="1400" dirty="0" err="1"/>
              <a:t>foto</a:t>
            </a:r>
            <a:r>
              <a:rPr sz="1400" dirty="0"/>
              <a:t> KTP dan </a:t>
            </a:r>
            <a:r>
              <a:rPr sz="1400" dirty="0" err="1"/>
              <a:t>foto</a:t>
            </a:r>
            <a:r>
              <a:rPr sz="1400" dirty="0"/>
              <a:t> </a:t>
            </a:r>
            <a:r>
              <a:rPr sz="1400" dirty="0" err="1"/>
              <a:t>wajah</a:t>
            </a:r>
            <a:r>
              <a:rPr sz="1400" dirty="0"/>
              <a:t>.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Pencatatan</a:t>
            </a:r>
            <a:r>
              <a:rPr sz="1400" dirty="0"/>
              <a:t> </a:t>
            </a:r>
            <a:r>
              <a:rPr sz="1400" dirty="0" err="1"/>
              <a:t>nomor</a:t>
            </a:r>
            <a:r>
              <a:rPr sz="1400" dirty="0"/>
              <a:t> plat </a:t>
            </a:r>
            <a:r>
              <a:rPr sz="1400" dirty="0" err="1"/>
              <a:t>kendaraan</a:t>
            </a:r>
            <a:r>
              <a:rPr sz="1400" dirty="0"/>
              <a:t> </a:t>
            </a:r>
            <a:r>
              <a:rPr sz="1400" dirty="0" err="1"/>
              <a:t>untuk</a:t>
            </a:r>
            <a:r>
              <a:rPr sz="1400" dirty="0"/>
              <a:t> </a:t>
            </a:r>
            <a:r>
              <a:rPr sz="1400" dirty="0" err="1"/>
              <a:t>hak</a:t>
            </a:r>
            <a:r>
              <a:rPr sz="1400" dirty="0"/>
              <a:t> </a:t>
            </a:r>
            <a:r>
              <a:rPr sz="1400" dirty="0" err="1"/>
              <a:t>akses</a:t>
            </a:r>
            <a:r>
              <a:rPr sz="1400" dirty="0"/>
              <a:t> </a:t>
            </a:r>
            <a:r>
              <a:rPr sz="1400" dirty="0" err="1"/>
              <a:t>parkir</a:t>
            </a:r>
            <a:r>
              <a:rPr sz="1400" dirty="0"/>
              <a:t> member.</a:t>
            </a:r>
            <a:br>
              <a:rPr sz="1400" dirty="0"/>
            </a:br>
            <a:r>
              <a:rPr sz="1400" dirty="0"/>
              <a:t>• Broadcast WhatsApp </a:t>
            </a:r>
            <a:r>
              <a:rPr sz="1400" dirty="0" err="1"/>
              <a:t>Otomatis</a:t>
            </a:r>
            <a:r>
              <a:rPr sz="1400" dirty="0"/>
              <a:t>: </a:t>
            </a:r>
            <a:r>
              <a:rPr sz="1400" dirty="0" err="1"/>
              <a:t>pengingat</a:t>
            </a:r>
            <a:r>
              <a:rPr sz="1400" dirty="0"/>
              <a:t> masa </a:t>
            </a:r>
            <a:r>
              <a:rPr sz="1400" dirty="0" err="1"/>
              <a:t>aktif</a:t>
            </a:r>
            <a:r>
              <a:rPr sz="1400" dirty="0"/>
              <a:t> </a:t>
            </a:r>
            <a:r>
              <a:rPr sz="1400" dirty="0" err="1"/>
              <a:t>paket</a:t>
            </a:r>
            <a:r>
              <a:rPr sz="1400" dirty="0"/>
              <a:t> </a:t>
            </a:r>
            <a:r>
              <a:rPr sz="1400" dirty="0" err="1"/>
              <a:t>akan</a:t>
            </a:r>
            <a:r>
              <a:rPr sz="1400" dirty="0"/>
              <a:t> </a:t>
            </a:r>
            <a:r>
              <a:rPr sz="1400" dirty="0" err="1"/>
              <a:t>habis</a:t>
            </a:r>
            <a:r>
              <a:rPr sz="1400" dirty="0"/>
              <a:t> H-7 dan H-3.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Pengelolaan</a:t>
            </a:r>
            <a:r>
              <a:rPr sz="1400" dirty="0"/>
              <a:t> masa </a:t>
            </a:r>
            <a:r>
              <a:rPr sz="1400" dirty="0" err="1"/>
              <a:t>cuti</a:t>
            </a:r>
            <a:r>
              <a:rPr sz="1400" dirty="0"/>
              <a:t> member </a:t>
            </a:r>
            <a:r>
              <a:rPr sz="1400" dirty="0" err="1"/>
              <a:t>resmi</a:t>
            </a:r>
            <a:r>
              <a:rPr sz="1400" dirty="0"/>
              <a:t> </a:t>
            </a:r>
            <a:r>
              <a:rPr sz="1400" dirty="0" err="1"/>
              <a:t>berjangka</a:t>
            </a:r>
            <a:r>
              <a:rPr sz="1400" dirty="0"/>
              <a:t> </a:t>
            </a:r>
            <a:r>
              <a:rPr sz="1400" dirty="0" err="1"/>
              <a:t>waktu</a:t>
            </a:r>
            <a:r>
              <a:rPr sz="1400"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28416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62856" y="1664208"/>
            <a:ext cx="3054096" cy="2231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rPr sz="1400" dirty="0"/>
              <a:t>2. Studio Classes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Penjadwalan</a:t>
            </a:r>
            <a:r>
              <a:rPr sz="1400" dirty="0"/>
              <a:t> </a:t>
            </a:r>
            <a:r>
              <a:rPr sz="1400" dirty="0" err="1"/>
              <a:t>kelas</a:t>
            </a:r>
            <a:r>
              <a:rPr sz="1400" dirty="0"/>
              <a:t> studio (Yoga, Zumba, Spinning, Aerobic, Muay Thai).</a:t>
            </a:r>
            <a:br>
              <a:rPr sz="1400" dirty="0"/>
            </a:br>
            <a:r>
              <a:rPr sz="1400" dirty="0"/>
              <a:t>• Batasan </a:t>
            </a:r>
            <a:r>
              <a:rPr sz="1400" dirty="0" err="1"/>
              <a:t>kuota</a:t>
            </a:r>
            <a:r>
              <a:rPr sz="1400" dirty="0"/>
              <a:t> </a:t>
            </a:r>
            <a:r>
              <a:rPr sz="1400" dirty="0" err="1"/>
              <a:t>peserta</a:t>
            </a:r>
            <a:r>
              <a:rPr sz="1400" dirty="0"/>
              <a:t> </a:t>
            </a:r>
            <a:r>
              <a:rPr sz="1400" dirty="0" err="1"/>
              <a:t>kelas</a:t>
            </a:r>
            <a:r>
              <a:rPr sz="1400" dirty="0"/>
              <a:t> </a:t>
            </a:r>
            <a:r>
              <a:rPr sz="1400" dirty="0" err="1"/>
              <a:t>untuk</a:t>
            </a:r>
            <a:r>
              <a:rPr sz="1400" dirty="0"/>
              <a:t> </a:t>
            </a:r>
            <a:r>
              <a:rPr sz="1400" dirty="0" err="1"/>
              <a:t>kenyamanan</a:t>
            </a:r>
            <a:r>
              <a:rPr sz="1400" dirty="0"/>
              <a:t> studio.</a:t>
            </a:r>
            <a:br>
              <a:rPr sz="1400" dirty="0"/>
            </a:br>
            <a:r>
              <a:rPr sz="1400" dirty="0"/>
              <a:t>• Booking </a:t>
            </a:r>
            <a:r>
              <a:rPr sz="1400" dirty="0" err="1"/>
              <a:t>mandiri</a:t>
            </a:r>
            <a:r>
              <a:rPr sz="1400" dirty="0"/>
              <a:t> oleh member </a:t>
            </a:r>
            <a:r>
              <a:rPr sz="1400" dirty="0" err="1"/>
              <a:t>melalui</a:t>
            </a:r>
            <a:r>
              <a:rPr sz="1400" dirty="0"/>
              <a:t> web portal smartphone.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Laporan</a:t>
            </a:r>
            <a:r>
              <a:rPr sz="1400" dirty="0"/>
              <a:t> </a:t>
            </a:r>
            <a:r>
              <a:rPr sz="1400" dirty="0" err="1"/>
              <a:t>tingkat</a:t>
            </a:r>
            <a:r>
              <a:rPr sz="1400" dirty="0"/>
              <a:t> </a:t>
            </a:r>
            <a:r>
              <a:rPr sz="1400" dirty="0" err="1"/>
              <a:t>keterisian</a:t>
            </a:r>
            <a:r>
              <a:rPr sz="1400" dirty="0"/>
              <a:t> </a:t>
            </a:r>
            <a:r>
              <a:rPr sz="1400" dirty="0" err="1"/>
              <a:t>kelas</a:t>
            </a:r>
            <a:r>
              <a:rPr sz="1400" dirty="0"/>
              <a:t> </a:t>
            </a:r>
            <a:r>
              <a:rPr sz="1400" dirty="0" err="1"/>
              <a:t>untuk</a:t>
            </a:r>
            <a:r>
              <a:rPr sz="1400" dirty="0"/>
              <a:t> </a:t>
            </a:r>
            <a:r>
              <a:rPr sz="1400" dirty="0" err="1"/>
              <a:t>evaluasi</a:t>
            </a:r>
            <a:r>
              <a:rPr sz="1400" dirty="0"/>
              <a:t> </a:t>
            </a:r>
            <a:r>
              <a:rPr sz="1400" dirty="0" err="1"/>
              <a:t>jadwal</a:t>
            </a:r>
            <a:r>
              <a:rPr sz="1400" dirty="0"/>
              <a:t> </a:t>
            </a:r>
            <a:r>
              <a:rPr sz="1400" dirty="0" err="1"/>
              <a:t>terpopuler</a:t>
            </a:r>
            <a:r>
              <a:rPr sz="1400"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54480"/>
            <a:ext cx="3328416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57032" y="1664208"/>
            <a:ext cx="3054096" cy="2231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rPr sz="1400" dirty="0"/>
              <a:t>3. Personal Trainer (PT)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Pembelian</a:t>
            </a:r>
            <a:r>
              <a:rPr sz="1400" dirty="0"/>
              <a:t> </a:t>
            </a:r>
            <a:r>
              <a:rPr sz="1400" dirty="0" err="1"/>
              <a:t>kontrak</a:t>
            </a:r>
            <a:r>
              <a:rPr sz="1400" dirty="0"/>
              <a:t> </a:t>
            </a:r>
            <a:r>
              <a:rPr sz="1400" dirty="0" err="1"/>
              <a:t>sesi</a:t>
            </a:r>
            <a:r>
              <a:rPr sz="1400" dirty="0"/>
              <a:t> PT (12, 24, </a:t>
            </a:r>
            <a:r>
              <a:rPr sz="1400" dirty="0" err="1"/>
              <a:t>atau</a:t>
            </a:r>
            <a:r>
              <a:rPr sz="1400" dirty="0"/>
              <a:t> 36 </a:t>
            </a:r>
            <a:r>
              <a:rPr sz="1400" dirty="0" err="1"/>
              <a:t>sesi</a:t>
            </a:r>
            <a:r>
              <a:rPr sz="1400" dirty="0"/>
              <a:t>).</a:t>
            </a:r>
            <a:br>
              <a:rPr sz="1400" dirty="0"/>
            </a:br>
            <a:r>
              <a:rPr sz="1400" dirty="0"/>
              <a:t>• Input </a:t>
            </a:r>
            <a:r>
              <a:rPr sz="1400" dirty="0" err="1"/>
              <a:t>eksekusi</a:t>
            </a:r>
            <a:r>
              <a:rPr sz="1400" dirty="0"/>
              <a:t> </a:t>
            </a:r>
            <a:r>
              <a:rPr sz="1400" dirty="0" err="1"/>
              <a:t>sesi</a:t>
            </a:r>
            <a:r>
              <a:rPr sz="1400" dirty="0"/>
              <a:t> </a:t>
            </a:r>
            <a:r>
              <a:rPr sz="1400" dirty="0" err="1"/>
              <a:t>latihan</a:t>
            </a:r>
            <a:r>
              <a:rPr sz="1400" dirty="0"/>
              <a:t> oleh coach </a:t>
            </a:r>
            <a:r>
              <a:rPr sz="1400" dirty="0" err="1"/>
              <a:t>setelah</a:t>
            </a:r>
            <a:r>
              <a:rPr sz="1400" dirty="0"/>
              <a:t> </a:t>
            </a:r>
            <a:r>
              <a:rPr sz="1400" dirty="0" err="1"/>
              <a:t>selesai</a:t>
            </a:r>
            <a:r>
              <a:rPr sz="1400" dirty="0"/>
              <a:t> </a:t>
            </a:r>
            <a:r>
              <a:rPr sz="1400" dirty="0" err="1"/>
              <a:t>melatih</a:t>
            </a:r>
            <a:r>
              <a:rPr sz="1400" dirty="0"/>
              <a:t>.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Pengurangan</a:t>
            </a:r>
            <a:r>
              <a:rPr sz="1400" dirty="0"/>
              <a:t> </a:t>
            </a:r>
            <a:r>
              <a:rPr sz="1400" dirty="0" err="1"/>
              <a:t>kuota</a:t>
            </a:r>
            <a:r>
              <a:rPr sz="1400" dirty="0"/>
              <a:t> </a:t>
            </a:r>
            <a:r>
              <a:rPr sz="1400" dirty="0" err="1"/>
              <a:t>sesi</a:t>
            </a:r>
            <a:r>
              <a:rPr sz="1400" dirty="0"/>
              <a:t> </a:t>
            </a:r>
            <a:r>
              <a:rPr sz="1400" dirty="0" err="1"/>
              <a:t>otomatis</a:t>
            </a:r>
            <a:r>
              <a:rPr sz="1400" dirty="0"/>
              <a:t> dan </a:t>
            </a:r>
            <a:r>
              <a:rPr sz="1400" dirty="0" err="1"/>
              <a:t>transparan</a:t>
            </a:r>
            <a:r>
              <a:rPr sz="1400" dirty="0"/>
              <a:t>.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Rekapitulasi</a:t>
            </a:r>
            <a:r>
              <a:rPr sz="1400" dirty="0"/>
              <a:t> </a:t>
            </a:r>
            <a:r>
              <a:rPr sz="1400" dirty="0" err="1"/>
              <a:t>sesi</a:t>
            </a:r>
            <a:r>
              <a:rPr sz="1400" dirty="0"/>
              <a:t> </a:t>
            </a:r>
            <a:r>
              <a:rPr sz="1400" dirty="0" err="1"/>
              <a:t>selesai</a:t>
            </a:r>
            <a:r>
              <a:rPr sz="1400" dirty="0"/>
              <a:t> </a:t>
            </a:r>
            <a:r>
              <a:rPr sz="1400" dirty="0" err="1"/>
              <a:t>untuk</a:t>
            </a:r>
            <a:r>
              <a:rPr sz="1400" dirty="0"/>
              <a:t> </a:t>
            </a:r>
            <a:r>
              <a:rPr sz="1400" dirty="0" err="1"/>
              <a:t>perhitungan</a:t>
            </a:r>
            <a:r>
              <a:rPr sz="1400" dirty="0"/>
              <a:t> </a:t>
            </a:r>
            <a:r>
              <a:rPr sz="1400" dirty="0" err="1"/>
              <a:t>komisi</a:t>
            </a:r>
            <a:r>
              <a:rPr sz="1400" dirty="0"/>
              <a:t> trainer yang </a:t>
            </a:r>
            <a:r>
              <a:rPr sz="1400" dirty="0" err="1"/>
              <a:t>adil</a:t>
            </a:r>
            <a:r>
              <a:rPr sz="1400" dirty="0"/>
              <a:t> dan </a:t>
            </a:r>
            <a:r>
              <a:rPr sz="1400" dirty="0" err="1"/>
              <a:t>akurat</a:t>
            </a:r>
            <a:r>
              <a:rPr sz="1400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067"/>
                </a:solidFill>
                <a:latin typeface="Arial"/>
              </a:defRPr>
            </a:pPr>
            <a:r>
              <a:t>TATA KELOLA OPERASIONAL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SOP &amp; Matriks Hak Akses (RBAC 7 Roles)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11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KAISAR GYM × ZAG DIGITAL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C067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C067"/>
                          </a:solidFill>
                        </a:defRPr>
                      </a:pPr>
                      <a:r>
                        <a:t>Pemegang Peran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C067"/>
                          </a:solidFill>
                        </a:defRPr>
                      </a:pPr>
                      <a:r>
                        <a:t>Hak Akses / Wewenang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C067"/>
                          </a:solidFill>
                        </a:defRPr>
                      </a:pPr>
                      <a:r>
                        <a:t>Kewajiban SOP Harian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C067"/>
                          </a:solidFill>
                        </a:defRPr>
                      </a:pPr>
                      <a:r>
                        <a:t>SUPER_ADMIN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Owner Kaisar Gym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Akses penuh laporan omset, master harga paket, audit transaksi &amp; kelola akun staf.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Review omset harian &amp; bulanan, approval kebijakan promo dan ekspansi.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C067"/>
                          </a:solidFill>
                        </a:defRPr>
                      </a:pPr>
                      <a:r>
                        <a:t>OPS_MANAGER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Manajer Operasional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Akses operasional cabang, approval cuti member, audit shift kasir, buka gate darurat.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Verifikasi setoran kas harian kasir, analisis kepadatan gerbang &amp; stok opname retail.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C067"/>
                          </a:solidFill>
                        </a:defRPr>
                      </a:pPr>
                      <a:r>
                        <a:t>CASHIER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Front Desk / Resepsionis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Transaksi POS, registrasi member baru, cetak nota A4, buka shift &amp; tutup shift kasir.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Hitung modal awal laci, foto wajah member saat daftar, rekonsiliasi uang fisik saat tutup shift.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C067"/>
                          </a:solidFill>
                        </a:defRPr>
                      </a:pPr>
                      <a:r>
                        <a:t>TRAINER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Coach / Personal Trainer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Melihat jadwal sesi PT, input log latihan selesai, cek rekapitulasi komisi sesi.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Presensi selfie GPS di area gym, input materi latihan &amp; konfirmasi pemakaian sesi member.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728655" cy="47548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418320" cy="2872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C067"/>
                </a:solidFill>
              </a:defRPr>
            </a:pPr>
            <a:r>
              <a:rPr sz="1600" dirty="0"/>
              <a:t>KESIMPULAN &amp; NILAI STRATEGIS BAGI KAISAR GYM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rPr sz="1600" dirty="0"/>
              <a:t>1. </a:t>
            </a:r>
            <a:r>
              <a:rPr sz="1600" dirty="0" err="1"/>
              <a:t>Proteksi</a:t>
            </a:r>
            <a:r>
              <a:rPr sz="1600" dirty="0"/>
              <a:t> </a:t>
            </a:r>
            <a:r>
              <a:rPr sz="1600" dirty="0" err="1"/>
              <a:t>Finansial</a:t>
            </a:r>
            <a:r>
              <a:rPr sz="1600" dirty="0"/>
              <a:t> 100%: </a:t>
            </a:r>
            <a:r>
              <a:rPr sz="1600" dirty="0" err="1"/>
              <a:t>Menutup</a:t>
            </a:r>
            <a:r>
              <a:rPr sz="1600" dirty="0"/>
              <a:t> total </a:t>
            </a:r>
            <a:r>
              <a:rPr sz="1600" dirty="0" err="1"/>
              <a:t>peluang</a:t>
            </a:r>
            <a:r>
              <a:rPr sz="1600" dirty="0"/>
              <a:t> member </a:t>
            </a:r>
            <a:r>
              <a:rPr sz="1600" dirty="0" err="1"/>
              <a:t>tak</a:t>
            </a:r>
            <a:r>
              <a:rPr sz="1600" dirty="0"/>
              <a:t> </a:t>
            </a:r>
            <a:r>
              <a:rPr sz="1600" dirty="0" err="1"/>
              <a:t>bertiket</a:t>
            </a:r>
            <a:r>
              <a:rPr sz="1600" dirty="0"/>
              <a:t> </a:t>
            </a:r>
            <a:r>
              <a:rPr sz="1600" dirty="0" err="1"/>
              <a:t>masuk</a:t>
            </a:r>
            <a:r>
              <a:rPr sz="1600" dirty="0"/>
              <a:t> </a:t>
            </a:r>
            <a:r>
              <a:rPr sz="1600" dirty="0" err="1"/>
              <a:t>latihan</a:t>
            </a:r>
            <a:r>
              <a:rPr sz="1600" dirty="0"/>
              <a:t> dan </a:t>
            </a:r>
            <a:r>
              <a:rPr sz="1600" dirty="0" err="1"/>
              <a:t>memastikan</a:t>
            </a:r>
            <a:r>
              <a:rPr sz="1600" dirty="0"/>
              <a:t> </a:t>
            </a:r>
            <a:r>
              <a:rPr sz="1600" dirty="0" err="1"/>
              <a:t>setiap</a:t>
            </a:r>
            <a:r>
              <a:rPr sz="1600" dirty="0"/>
              <a:t> rupiah </a:t>
            </a:r>
            <a:r>
              <a:rPr sz="1600" dirty="0" err="1"/>
              <a:t>tercatat</a:t>
            </a:r>
            <a:r>
              <a:rPr sz="1600" dirty="0"/>
              <a:t> di POS.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rPr sz="1600" dirty="0"/>
              <a:t>2. </a:t>
            </a:r>
            <a:r>
              <a:rPr sz="1600" dirty="0" err="1"/>
              <a:t>Standar</a:t>
            </a:r>
            <a:r>
              <a:rPr sz="1600" dirty="0"/>
              <a:t> Mega-Gym Modern: </a:t>
            </a:r>
            <a:r>
              <a:rPr sz="1600" dirty="0" err="1"/>
              <a:t>Teknologi</a:t>
            </a:r>
            <a:r>
              <a:rPr sz="1600" dirty="0"/>
              <a:t> Swing Barrier SUS304 + Face Dome AI </a:t>
            </a:r>
            <a:r>
              <a:rPr sz="1600" dirty="0" err="1"/>
              <a:t>menghadirkan</a:t>
            </a:r>
            <a:r>
              <a:rPr sz="1600" dirty="0"/>
              <a:t> </a:t>
            </a:r>
            <a:r>
              <a:rPr sz="1600" dirty="0" err="1"/>
              <a:t>pengalaman</a:t>
            </a:r>
            <a:r>
              <a:rPr sz="1600" dirty="0"/>
              <a:t> </a:t>
            </a:r>
            <a:r>
              <a:rPr sz="1600" dirty="0" err="1"/>
              <a:t>kelas</a:t>
            </a:r>
            <a:r>
              <a:rPr sz="1600" dirty="0"/>
              <a:t> </a:t>
            </a:r>
            <a:r>
              <a:rPr sz="1600" dirty="0" err="1"/>
              <a:t>atas</a:t>
            </a:r>
            <a:r>
              <a:rPr sz="1600" dirty="0"/>
              <a:t> yang </a:t>
            </a:r>
            <a:r>
              <a:rPr sz="1600" dirty="0" err="1"/>
              <a:t>membanggakan</a:t>
            </a:r>
            <a:r>
              <a:rPr sz="1600" dirty="0"/>
              <a:t> </a:t>
            </a:r>
            <a:r>
              <a:rPr sz="1600" dirty="0" err="1"/>
              <a:t>bagi</a:t>
            </a:r>
            <a:r>
              <a:rPr sz="1600" dirty="0"/>
              <a:t> </a:t>
            </a:r>
            <a:r>
              <a:rPr sz="1600" dirty="0" err="1"/>
              <a:t>seluruh</a:t>
            </a:r>
            <a:r>
              <a:rPr sz="1600" dirty="0"/>
              <a:t> member.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rPr sz="1600" dirty="0"/>
              <a:t>3. </a:t>
            </a:r>
            <a:r>
              <a:rPr sz="1600" dirty="0" err="1"/>
              <a:t>Efisiensi</a:t>
            </a:r>
            <a:r>
              <a:rPr sz="1600" dirty="0"/>
              <a:t> </a:t>
            </a:r>
            <a:r>
              <a:rPr sz="1600" dirty="0" err="1"/>
              <a:t>Kerja</a:t>
            </a:r>
            <a:r>
              <a:rPr sz="1600" dirty="0"/>
              <a:t> &amp; </a:t>
            </a:r>
            <a:r>
              <a:rPr sz="1600" dirty="0" err="1"/>
              <a:t>Akuntabilitas</a:t>
            </a:r>
            <a:r>
              <a:rPr sz="1600" dirty="0"/>
              <a:t> </a:t>
            </a:r>
            <a:r>
              <a:rPr sz="1600" dirty="0" err="1"/>
              <a:t>Staf</a:t>
            </a:r>
            <a:r>
              <a:rPr sz="1600" dirty="0"/>
              <a:t>: SOP shift </a:t>
            </a:r>
            <a:r>
              <a:rPr sz="1600" dirty="0" err="1"/>
              <a:t>kasir</a:t>
            </a:r>
            <a:r>
              <a:rPr sz="1600" dirty="0"/>
              <a:t>, </a:t>
            </a:r>
            <a:r>
              <a:rPr sz="1600" dirty="0" err="1"/>
              <a:t>absensi</a:t>
            </a:r>
            <a:r>
              <a:rPr sz="1600" dirty="0"/>
              <a:t> selfie GPS </a:t>
            </a:r>
            <a:r>
              <a:rPr sz="1600" dirty="0" err="1"/>
              <a:t>karyawan</a:t>
            </a:r>
            <a:r>
              <a:rPr sz="1600" dirty="0"/>
              <a:t>, dan </a:t>
            </a:r>
            <a:r>
              <a:rPr sz="1600" dirty="0" err="1"/>
              <a:t>pembagian</a:t>
            </a:r>
            <a:r>
              <a:rPr sz="1600" dirty="0"/>
              <a:t> </a:t>
            </a:r>
            <a:r>
              <a:rPr sz="1600" dirty="0" err="1"/>
              <a:t>peran</a:t>
            </a:r>
            <a:r>
              <a:rPr sz="1600" dirty="0"/>
              <a:t> RBAC </a:t>
            </a:r>
            <a:r>
              <a:rPr sz="1600" dirty="0" err="1"/>
              <a:t>mencegah</a:t>
            </a:r>
            <a:r>
              <a:rPr sz="1600" dirty="0"/>
              <a:t> </a:t>
            </a:r>
            <a:r>
              <a:rPr sz="1600" dirty="0" err="1"/>
              <a:t>manipulasi</a:t>
            </a:r>
            <a:r>
              <a:rPr sz="1600" dirty="0"/>
              <a:t> internal.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rPr sz="1600" dirty="0"/>
              <a:t>4. </a:t>
            </a:r>
            <a:r>
              <a:rPr sz="1600" dirty="0" err="1"/>
              <a:t>Kesiapan</a:t>
            </a:r>
            <a:r>
              <a:rPr sz="1600" dirty="0"/>
              <a:t> </a:t>
            </a:r>
            <a:r>
              <a:rPr sz="1600" dirty="0" err="1"/>
              <a:t>Penuh</a:t>
            </a:r>
            <a:r>
              <a:rPr sz="1600" dirty="0"/>
              <a:t> </a:t>
            </a:r>
            <a:r>
              <a:rPr sz="1600" dirty="0" err="1"/>
              <a:t>Eksekusi</a:t>
            </a:r>
            <a:r>
              <a:rPr sz="1600" dirty="0"/>
              <a:t>: Tim Zag Digital Indonesia </a:t>
            </a:r>
            <a:r>
              <a:rPr sz="1600" dirty="0" err="1"/>
              <a:t>siap</a:t>
            </a:r>
            <a:r>
              <a:rPr sz="1600" dirty="0"/>
              <a:t> </a:t>
            </a:r>
            <a:r>
              <a:rPr sz="1600" dirty="0" err="1"/>
              <a:t>memimpin</a:t>
            </a:r>
            <a:r>
              <a:rPr sz="1600" dirty="0"/>
              <a:t> </a:t>
            </a:r>
            <a:r>
              <a:rPr sz="1600" dirty="0" err="1"/>
              <a:t>eksekusi</a:t>
            </a:r>
            <a:r>
              <a:rPr sz="1600" dirty="0"/>
              <a:t> </a:t>
            </a:r>
            <a:r>
              <a:rPr sz="1600" dirty="0" err="1"/>
              <a:t>fisik</a:t>
            </a:r>
            <a:r>
              <a:rPr sz="1600" dirty="0"/>
              <a:t> </a:t>
            </a:r>
            <a:r>
              <a:rPr sz="1600" dirty="0" err="1"/>
              <a:t>hingga</a:t>
            </a:r>
            <a:r>
              <a:rPr sz="1600" dirty="0"/>
              <a:t> </a:t>
            </a:r>
            <a:r>
              <a:rPr sz="1600" dirty="0" err="1"/>
              <a:t>integrasi</a:t>
            </a:r>
            <a:r>
              <a:rPr sz="1600" dirty="0"/>
              <a:t> software </a:t>
            </a:r>
            <a:r>
              <a:rPr sz="1600" dirty="0" err="1"/>
              <a:t>dalam</a:t>
            </a:r>
            <a:r>
              <a:rPr sz="1600" dirty="0"/>
              <a:t> 5 </a:t>
            </a:r>
            <a:r>
              <a:rPr sz="1600" dirty="0" err="1"/>
              <a:t>hari</a:t>
            </a:r>
            <a:r>
              <a:rPr sz="1600" dirty="0"/>
              <a:t> </a:t>
            </a:r>
            <a:r>
              <a:rPr sz="1600" dirty="0" err="1"/>
              <a:t>kerja</a:t>
            </a:r>
            <a:r>
              <a:rPr sz="1600" dirty="0"/>
              <a:t> </a:t>
            </a:r>
            <a:r>
              <a:rPr sz="1600" dirty="0" err="1"/>
              <a:t>tanpa</a:t>
            </a:r>
            <a:r>
              <a:rPr sz="1600" dirty="0"/>
              <a:t> </a:t>
            </a:r>
            <a:r>
              <a:rPr sz="1600" dirty="0" err="1"/>
              <a:t>mengganggu</a:t>
            </a:r>
            <a:r>
              <a:rPr sz="1600" dirty="0"/>
              <a:t> </a:t>
            </a:r>
            <a:r>
              <a:rPr sz="1600" dirty="0" err="1"/>
              <a:t>operasional</a:t>
            </a:r>
            <a:r>
              <a:rPr sz="1600" dirty="0"/>
              <a:t> gym.</a:t>
            </a:r>
          </a:p>
        </p:txBody>
      </p:sp>
      <p:pic>
        <p:nvPicPr>
          <p:cNvPr id="5" name="Picture 4" descr="media_1792480325884_995491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6634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1375</TotalTime>
  <Words>1878</Words>
  <Application>Microsoft Office PowerPoint</Application>
  <PresentationFormat>Widescreen</PresentationFormat>
  <Paragraphs>124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nahel zag</cp:lastModifiedBy>
  <cp:revision>4</cp:revision>
  <dcterms:created xsi:type="dcterms:W3CDTF">2013-01-27T09:14:16Z</dcterms:created>
  <dcterms:modified xsi:type="dcterms:W3CDTF">2026-10-21T06:43:13Z</dcterms:modified>
  <cp:category/>
</cp:coreProperties>
</file>